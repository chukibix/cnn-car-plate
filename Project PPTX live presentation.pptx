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80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88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72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90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41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13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04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0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39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43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22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0413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30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06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502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939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51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2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49317-0E96-41C7-A397-287CBE34C67C}" type="datetimeFigureOut">
              <a:rPr lang="en-US" smtClean="0"/>
              <a:t>12/29/2024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954B4-F235-4669-8431-569B78253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317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Project 8 - </a:t>
            </a:r>
            <a:r>
              <a:rPr lang="en-GB" sz="3600" dirty="0" err="1"/>
              <a:t>PlateTrack</a:t>
            </a:r>
            <a:r>
              <a:rPr lang="en-GB" sz="3600" dirty="0"/>
              <a:t>: Vehicle Detection, Tracking, and License Plate Recognition in Video Surveillance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GB" dirty="0" err="1">
                <a:solidFill>
                  <a:schemeClr val="bg1"/>
                </a:solidFill>
              </a:rPr>
              <a:t>Yorgo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Younes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313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System Architecture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281942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1)</a:t>
            </a:r>
            <a:r>
              <a:rPr lang="en-GB" dirty="0" err="1"/>
              <a:t>Vehicule</a:t>
            </a:r>
            <a:r>
              <a:rPr lang="en-GB" dirty="0"/>
              <a:t> detection Model, with types.  (</a:t>
            </a:r>
            <a:r>
              <a:rPr lang="en-GB" dirty="0" err="1"/>
              <a:t>fastercnn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dirty="0"/>
              <a:t>2)Tracking algorithm  (</a:t>
            </a:r>
            <a:r>
              <a:rPr lang="en-GB" dirty="0" err="1"/>
              <a:t>deepSort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dirty="0"/>
              <a:t>3)License plate detection.</a:t>
            </a:r>
          </a:p>
          <a:p>
            <a:pPr marL="0" indent="0">
              <a:buNone/>
            </a:pPr>
            <a:r>
              <a:rPr lang="en-GB" dirty="0"/>
              <a:t>4)Reading License plate number.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For each frame of the video, they will pass these 4 phases.</a:t>
            </a:r>
          </a:p>
          <a:p>
            <a:pPr marL="0" indent="0">
              <a:buNone/>
            </a:pPr>
            <a:r>
              <a:rPr lang="en-GB" dirty="0"/>
              <a:t>And </a:t>
            </a:r>
            <a:r>
              <a:rPr lang="en-GB" dirty="0" err="1"/>
              <a:t>informations</a:t>
            </a:r>
            <a:r>
              <a:rPr lang="en-GB" dirty="0"/>
              <a:t> will be stored in a </a:t>
            </a:r>
            <a:r>
              <a:rPr lang="en-GB" dirty="0" err="1"/>
              <a:t>dictionnary</a:t>
            </a:r>
            <a:r>
              <a:rPr lang="en-GB"/>
              <a:t> as a report.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01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06225"/>
          </a:xfrm>
        </p:spPr>
        <p:txBody>
          <a:bodyPr/>
          <a:lstStyle/>
          <a:p>
            <a:r>
              <a:rPr lang="en-GB" dirty="0"/>
              <a:t>Vehicle detection.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916182"/>
          </a:xfrm>
        </p:spPr>
        <p:txBody>
          <a:bodyPr/>
          <a:lstStyle/>
          <a:p>
            <a:pPr marL="0" indent="0">
              <a:buNone/>
            </a:pPr>
            <a:r>
              <a:rPr lang="en-GB" b="1" u="sng" dirty="0">
                <a:solidFill>
                  <a:schemeClr val="bg1"/>
                </a:solidFill>
              </a:rPr>
              <a:t>Goals:</a:t>
            </a:r>
          </a:p>
          <a:p>
            <a:r>
              <a:rPr lang="en-GB" dirty="0"/>
              <a:t>Return each detection, with scores, label and coordination.</a:t>
            </a:r>
          </a:p>
          <a:p>
            <a:r>
              <a:rPr lang="en-GB" dirty="0"/>
              <a:t>Pass results to tracking algorithm.</a:t>
            </a:r>
          </a:p>
          <a:p>
            <a:pPr marL="0" indent="0">
              <a:buNone/>
            </a:pPr>
            <a:r>
              <a:rPr lang="en-GB" b="1" u="sng" dirty="0">
                <a:solidFill>
                  <a:schemeClr val="bg1"/>
                </a:solidFill>
              </a:rPr>
              <a:t>Weakness:</a:t>
            </a:r>
          </a:p>
          <a:p>
            <a:r>
              <a:rPr lang="en-GB" dirty="0"/>
              <a:t>Vehicle like mini-vans confuse the model.</a:t>
            </a:r>
          </a:p>
          <a:p>
            <a:r>
              <a:rPr lang="en-GB" dirty="0"/>
              <a:t>Shadows of car in some frames can count as vehicle.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695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10" y="618517"/>
            <a:ext cx="9920601" cy="5403459"/>
          </a:xfrm>
        </p:spPr>
      </p:pic>
    </p:spTree>
    <p:extLst>
      <p:ext uri="{BB962C8B-B14F-4D97-AF65-F5344CB8AC3E}">
        <p14:creationId xmlns:p14="http://schemas.microsoft.com/office/powerpoint/2010/main" val="312146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811" y="618518"/>
            <a:ext cx="7798526" cy="5525589"/>
          </a:xfrm>
        </p:spPr>
      </p:pic>
    </p:spTree>
    <p:extLst>
      <p:ext uri="{BB962C8B-B14F-4D97-AF65-F5344CB8AC3E}">
        <p14:creationId xmlns:p14="http://schemas.microsoft.com/office/powerpoint/2010/main" val="3622344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solutions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GB" sz="2800" dirty="0"/>
              <a:t>NMS threshold, to minimize overlapping of same vehicle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6493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Tracking Algorithm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360319"/>
          </a:xfrm>
        </p:spPr>
        <p:txBody>
          <a:bodyPr/>
          <a:lstStyle/>
          <a:p>
            <a:pPr marL="0" indent="0">
              <a:buNone/>
            </a:pPr>
            <a:r>
              <a:rPr lang="en-GB" sz="28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Goals:</a:t>
            </a:r>
          </a:p>
          <a:p>
            <a:r>
              <a:rPr lang="en-GB" dirty="0"/>
              <a:t>Keep track of every vehicle between frame , assigning each an id.</a:t>
            </a:r>
          </a:p>
          <a:p>
            <a:r>
              <a:rPr lang="en-GB" dirty="0"/>
              <a:t>Get license plate of each track if possible, crop the car frame.</a:t>
            </a:r>
          </a:p>
          <a:p>
            <a:r>
              <a:rPr lang="en-GB" dirty="0"/>
              <a:t>Store information's of each track in a dictionary.</a:t>
            </a:r>
          </a:p>
          <a:p>
            <a:pPr marL="0" indent="0">
              <a:buNone/>
            </a:pPr>
            <a:r>
              <a:rPr lang="en-GB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Problem:</a:t>
            </a:r>
          </a:p>
          <a:p>
            <a:r>
              <a:rPr lang="en-GB" sz="2000" dirty="0"/>
              <a:t>tracking was altering </a:t>
            </a:r>
            <a:r>
              <a:rPr lang="en-GB" sz="2000" dirty="0" err="1"/>
              <a:t>coordinations</a:t>
            </a:r>
            <a:r>
              <a:rPr lang="en-GB" sz="2000" dirty="0"/>
              <a:t> for "prediction" </a:t>
            </a:r>
            <a:r>
              <a:rPr lang="en-GB" sz="2000" dirty="0" err="1"/>
              <a:t>reason,messing</a:t>
            </a:r>
            <a:r>
              <a:rPr lang="en-GB" sz="2000" dirty="0"/>
              <a:t> up </a:t>
            </a:r>
            <a:r>
              <a:rPr lang="en-GB" sz="2000" dirty="0" err="1"/>
              <a:t>completly</a:t>
            </a:r>
            <a:r>
              <a:rPr lang="en-GB" sz="2000" dirty="0"/>
              <a:t> my detections result.(</a:t>
            </a:r>
          </a:p>
          <a:p>
            <a:r>
              <a:rPr lang="en-GB" dirty="0"/>
              <a:t>unable to get </a:t>
            </a:r>
            <a:r>
              <a:rPr lang="en-GB" dirty="0" err="1"/>
              <a:t>informations</a:t>
            </a:r>
            <a:r>
              <a:rPr lang="en-GB" dirty="0"/>
              <a:t> related to track (label and score). </a:t>
            </a:r>
          </a:p>
        </p:txBody>
      </p:sp>
    </p:spTree>
    <p:extLst>
      <p:ext uri="{BB962C8B-B14F-4D97-AF65-F5344CB8AC3E}">
        <p14:creationId xmlns:p14="http://schemas.microsoft.com/office/powerpoint/2010/main" val="1159651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417" y="618517"/>
            <a:ext cx="9013372" cy="5795345"/>
          </a:xfrm>
        </p:spPr>
      </p:pic>
    </p:spTree>
    <p:extLst>
      <p:ext uri="{BB962C8B-B14F-4D97-AF65-F5344CB8AC3E}">
        <p14:creationId xmlns:p14="http://schemas.microsoft.com/office/powerpoint/2010/main" val="3757721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Solution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Non-Maximum Suppression.</a:t>
            </a:r>
          </a:p>
          <a:p>
            <a:r>
              <a:rPr lang="en-GB"/>
              <a:t>added parameters to tracking “org=true”  to save original coordination.</a:t>
            </a:r>
          </a:p>
          <a:p>
            <a:r>
              <a:rPr lang="en-GB" dirty="0" err="1"/>
              <a:t>get_det_supplementary</a:t>
            </a:r>
            <a:r>
              <a:rPr lang="en-GB" dirty="0"/>
              <a:t>() to get all additional info.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050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Detect license plate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412570"/>
          </a:xfrm>
        </p:spPr>
        <p:txBody>
          <a:bodyPr/>
          <a:lstStyle/>
          <a:p>
            <a:pPr marL="0" indent="0">
              <a:buNone/>
            </a:pPr>
            <a:r>
              <a:rPr lang="en-GB" b="1" u="sng" dirty="0">
                <a:solidFill>
                  <a:schemeClr val="bg1"/>
                </a:solidFill>
              </a:rPr>
              <a:t>Goal: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/>
              <a:t>detect license plate position in a car </a:t>
            </a:r>
            <a:r>
              <a:rPr lang="en-GB"/>
              <a:t>frame.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1800" dirty="0"/>
              <a:t>For our model dataset we needed a dataset that had good </a:t>
            </a:r>
            <a:r>
              <a:rPr lang="en-GB" sz="1800" dirty="0" err="1"/>
              <a:t>data,different</a:t>
            </a:r>
            <a:r>
              <a:rPr lang="en-GB" sz="1800" dirty="0"/>
              <a:t> angle and shape, plus for time management reason not very big.</a:t>
            </a:r>
          </a:p>
          <a:p>
            <a:pPr marL="0" indent="0">
              <a:buNone/>
            </a:pPr>
            <a:r>
              <a:rPr lang="en-GB" b="1" u="sng" dirty="0">
                <a:solidFill>
                  <a:schemeClr val="bg1"/>
                </a:solidFill>
              </a:rPr>
              <a:t>Difficulties:</a:t>
            </a:r>
          </a:p>
          <a:p>
            <a:r>
              <a:rPr lang="en-GB" dirty="0"/>
              <a:t>.xml format was my first time working on, as well as yolo training, however online documentation and demos were helpful.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51365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Outcome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Detection plate located : cropped the frame and pass it to our next model, reading the plate.</a:t>
            </a:r>
          </a:p>
          <a:p>
            <a:r>
              <a:rPr lang="en-GB" dirty="0"/>
              <a:t>Not located, return none</a:t>
            </a:r>
            <a:r>
              <a:rPr lang="en-GB"/>
              <a:t>, with 0.0 score.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817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11" y="404949"/>
            <a:ext cx="10829109" cy="6048102"/>
          </a:xfrm>
        </p:spPr>
      </p:pic>
    </p:spTree>
    <p:extLst>
      <p:ext uri="{BB962C8B-B14F-4D97-AF65-F5344CB8AC3E}">
        <p14:creationId xmlns:p14="http://schemas.microsoft.com/office/powerpoint/2010/main" val="1127094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75151"/>
          </a:xfrm>
        </p:spPr>
        <p:txBody>
          <a:bodyPr/>
          <a:lstStyle/>
          <a:p>
            <a:r>
              <a:rPr lang="en-GB"/>
              <a:t>Reading Plate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593669"/>
            <a:ext cx="9905999" cy="4197532"/>
          </a:xfrm>
        </p:spPr>
        <p:txBody>
          <a:bodyPr/>
          <a:lstStyle/>
          <a:p>
            <a:pPr marL="0" indent="0">
              <a:buNone/>
            </a:pPr>
            <a:r>
              <a:rPr lang="en-GB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Goals:</a:t>
            </a:r>
          </a:p>
          <a:p>
            <a:r>
              <a:rPr lang="en-GB" sz="2000" dirty="0"/>
              <a:t>Read license plate even in hard condition, return result with score.</a:t>
            </a:r>
          </a:p>
          <a:p>
            <a:pPr marL="0" indent="0">
              <a:buNone/>
            </a:pPr>
            <a:r>
              <a:rPr lang="en-GB" sz="2000" dirty="0"/>
              <a:t>Due to bad result on </a:t>
            </a:r>
            <a:r>
              <a:rPr lang="en-GB" sz="2000" dirty="0" err="1"/>
              <a:t>pretrained</a:t>
            </a:r>
            <a:r>
              <a:rPr lang="en-GB" sz="2000" dirty="0"/>
              <a:t> model, we build our own, adding to the first dataset, a second dataset. </a:t>
            </a:r>
            <a:r>
              <a:rPr lang="en-US" dirty="0"/>
              <a:t>A-Z  0-9. </a:t>
            </a:r>
            <a:r>
              <a:rPr lang="en-US" sz="2000" dirty="0"/>
              <a:t>cover most characters.</a:t>
            </a:r>
          </a:p>
          <a:p>
            <a:pPr marL="0" indent="0">
              <a:buNone/>
            </a:pPr>
            <a:r>
              <a:rPr lang="en-GB" b="1" u="sng" dirty="0">
                <a:solidFill>
                  <a:schemeClr val="bg1"/>
                </a:solidFill>
              </a:rPr>
              <a:t>  Results to note after training:</a:t>
            </a:r>
          </a:p>
          <a:p>
            <a:pPr marL="0" indent="0">
              <a:buNone/>
            </a:pPr>
            <a:r>
              <a:rPr lang="en-GB" sz="1800" dirty="0"/>
              <a:t> CER (Character Error Rate) - 0.127660:  which 12% of characters are incorrect, which is good, but can be better.</a:t>
            </a:r>
          </a:p>
          <a:p>
            <a:pPr marL="0" indent="0">
              <a:buNone/>
            </a:pPr>
            <a:r>
              <a:rPr lang="en-GB" sz="1800" dirty="0"/>
              <a:t>Results are a lot better the closer the car is to the camera.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77567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Overall challenges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between frame, </a:t>
            </a:r>
            <a:r>
              <a:rPr lang="en-GB"/>
              <a:t>license plate(or type) </a:t>
            </a:r>
            <a:r>
              <a:rPr lang="en-GB" dirty="0"/>
              <a:t>result can be </a:t>
            </a:r>
            <a:r>
              <a:rPr lang="en-GB" dirty="0" err="1"/>
              <a:t>diffferent,and</a:t>
            </a:r>
            <a:r>
              <a:rPr lang="en-GB" dirty="0"/>
              <a:t> the last result will always </a:t>
            </a:r>
            <a:r>
              <a:rPr lang="en-GB" dirty="0" err="1"/>
              <a:t>overide</a:t>
            </a:r>
            <a:r>
              <a:rPr lang="en-GB" dirty="0"/>
              <a:t> the one before in the </a:t>
            </a:r>
            <a:r>
              <a:rPr lang="en-GB" dirty="0" err="1"/>
              <a:t>dictionnary.So</a:t>
            </a:r>
            <a:r>
              <a:rPr lang="en-GB" dirty="0"/>
              <a:t> how to keep the best one?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handling the images/frame passed between model, </a:t>
            </a:r>
            <a:r>
              <a:rPr lang="en-GB" dirty="0" err="1"/>
              <a:t>reformating</a:t>
            </a:r>
            <a:r>
              <a:rPr lang="en-GB" dirty="0"/>
              <a:t> or resizing each frame to </a:t>
            </a:r>
            <a:r>
              <a:rPr lang="en-GB" dirty="0" err="1"/>
              <a:t>accomodate</a:t>
            </a:r>
            <a:r>
              <a:rPr lang="en-GB" dirty="0"/>
              <a:t> models.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bg1"/>
                </a:solidFill>
              </a:rPr>
              <a:t>this was solved by print debugging, and reading source code.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534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Info </a:t>
            </a:r>
            <a:r>
              <a:rPr lang="en-GB" dirty="0" err="1"/>
              <a:t>Dictionnary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369411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4 values: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bg1"/>
                </a:solidFill>
              </a:rPr>
              <a:t>scores of label[0], and labels[1].   vehicle type and the probabilities of the result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bg1"/>
                </a:solidFill>
              </a:rPr>
              <a:t>scores of plates[2], and plate[3].   plate number and it s probability,</a:t>
            </a:r>
          </a:p>
          <a:p>
            <a:pPr marL="0" indent="0">
              <a:buNone/>
            </a:pPr>
            <a:r>
              <a:rPr lang="en-GB" dirty="0"/>
              <a:t>So each loop, we will compare scores gotten, and store the better value.</a:t>
            </a:r>
          </a:p>
          <a:p>
            <a:pPr marL="0" indent="0">
              <a:buNone/>
            </a:pPr>
            <a:r>
              <a:rPr lang="en-GB" dirty="0"/>
              <a:t>this proved to be, </a:t>
            </a:r>
            <a:r>
              <a:rPr lang="en-GB" dirty="0" err="1"/>
              <a:t>effcient</a:t>
            </a:r>
            <a:r>
              <a:rPr lang="en-GB" dirty="0"/>
              <a:t> and solved this concern.</a:t>
            </a:r>
          </a:p>
          <a:p>
            <a:pPr marL="0" indent="0">
              <a:buNone/>
            </a:pPr>
            <a:r>
              <a:rPr lang="en-GB" dirty="0"/>
              <a:t>however there was still some weakness in reading.</a:t>
            </a:r>
          </a:p>
        </p:txBody>
      </p:sp>
    </p:spTree>
    <p:extLst>
      <p:ext uri="{BB962C8B-B14F-4D97-AF65-F5344CB8AC3E}">
        <p14:creationId xmlns:p14="http://schemas.microsoft.com/office/powerpoint/2010/main" val="3920258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248193"/>
            <a:ext cx="9125995" cy="6361611"/>
          </a:xfrm>
        </p:spPr>
      </p:pic>
    </p:spTree>
    <p:extLst>
      <p:ext uri="{BB962C8B-B14F-4D97-AF65-F5344CB8AC3E}">
        <p14:creationId xmlns:p14="http://schemas.microsoft.com/office/powerpoint/2010/main" val="921851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035" y="339633"/>
            <a:ext cx="10175966" cy="6139543"/>
          </a:xfrm>
        </p:spPr>
      </p:pic>
    </p:spTree>
    <p:extLst>
      <p:ext uri="{BB962C8B-B14F-4D97-AF65-F5344CB8AC3E}">
        <p14:creationId xmlns:p14="http://schemas.microsoft.com/office/powerpoint/2010/main" val="2669348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usage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Can work for overall plates like </a:t>
            </a:r>
            <a:r>
              <a:rPr lang="en-GB" dirty="0" err="1"/>
              <a:t>lebanese</a:t>
            </a:r>
            <a:r>
              <a:rPr lang="en-GB"/>
              <a:t> plate.</a:t>
            </a:r>
          </a:p>
          <a:p>
            <a:r>
              <a:rPr lang="en-GB" dirty="0"/>
              <a:t>it did good in night time, but streetlight presence is preferable.</a:t>
            </a:r>
          </a:p>
          <a:p>
            <a:r>
              <a:rPr lang="en-GB" dirty="0"/>
              <a:t>camera height does impact the reading result, the higher it is, the harder it is to read.</a:t>
            </a:r>
          </a:p>
          <a:p>
            <a:r>
              <a:rPr lang="en-GB" dirty="0"/>
              <a:t>A side angle is harder to get the number of the plate.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896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improvement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60320"/>
          </a:xfrm>
        </p:spPr>
        <p:txBody>
          <a:bodyPr/>
          <a:lstStyle/>
          <a:p>
            <a:r>
              <a:rPr lang="en-GB" dirty="0"/>
              <a:t>more stability on the detections side.(improving detections will impact tracking)</a:t>
            </a:r>
          </a:p>
          <a:p>
            <a:r>
              <a:rPr lang="en-GB" dirty="0"/>
              <a:t>I would improve my </a:t>
            </a:r>
            <a:r>
              <a:rPr lang="en-GB" dirty="0" err="1"/>
              <a:t>detectionn</a:t>
            </a:r>
            <a:r>
              <a:rPr lang="en-GB" dirty="0"/>
              <a:t> plate model to know when the whole plate is in the </a:t>
            </a:r>
            <a:r>
              <a:rPr lang="en-GB" dirty="0" err="1"/>
              <a:t>frame,choose</a:t>
            </a:r>
            <a:r>
              <a:rPr lang="en-GB" dirty="0"/>
              <a:t> the best result better, and train on more international plate.</a:t>
            </a:r>
          </a:p>
          <a:p>
            <a:r>
              <a:rPr lang="en-GB" dirty="0"/>
              <a:t>improvise results on these situation: further distance, very fast cars, broken plate.</a:t>
            </a:r>
          </a:p>
          <a:p>
            <a:r>
              <a:rPr lang="en-GB"/>
              <a:t>Improvise time to process a video.</a:t>
            </a:r>
          </a:p>
          <a:p>
            <a:r>
              <a:rPr lang="en-GB" dirty="0"/>
              <a:t>add more </a:t>
            </a:r>
            <a:r>
              <a:rPr lang="en-GB" dirty="0" err="1"/>
              <a:t>informations</a:t>
            </a:r>
            <a:r>
              <a:rPr lang="en-GB" dirty="0"/>
              <a:t>, speed of the car, time of entering/leaving.</a:t>
            </a:r>
          </a:p>
          <a:p>
            <a:r>
              <a:rPr lang="en-US"/>
              <a:t>hardware improvement.</a:t>
            </a:r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4227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108</TotalTime>
  <Words>611</Words>
  <Application>Microsoft Office PowerPoint</Application>
  <PresentationFormat>Widescreen</PresentationFormat>
  <Paragraphs>73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Circuit</vt:lpstr>
      <vt:lpstr>Project 8 - PlateTrack: Vehicle Detection, Tracking, and License Plate Recognition in Video Surveillance</vt:lpstr>
      <vt:lpstr>System Architecture</vt:lpstr>
      <vt:lpstr>Vehicle detection. </vt:lpstr>
      <vt:lpstr>PowerPoint Presentation</vt:lpstr>
      <vt:lpstr>PowerPoint Presentation</vt:lpstr>
      <vt:lpstr>solutions</vt:lpstr>
      <vt:lpstr>Tracking Algorithm</vt:lpstr>
      <vt:lpstr>PowerPoint Presentation</vt:lpstr>
      <vt:lpstr>Solution</vt:lpstr>
      <vt:lpstr>Detect license plate</vt:lpstr>
      <vt:lpstr>Outcome</vt:lpstr>
      <vt:lpstr>PowerPoint Presentation</vt:lpstr>
      <vt:lpstr>Reading Plate</vt:lpstr>
      <vt:lpstr>Overall challenges</vt:lpstr>
      <vt:lpstr>Info Dictionnary</vt:lpstr>
      <vt:lpstr>PowerPoint Presentation</vt:lpstr>
      <vt:lpstr>PowerPoint Presentation</vt:lpstr>
      <vt:lpstr>usage</vt:lpstr>
      <vt:lpstr>improvement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8 - PlateTrack: Vehicle Detection, Tracking, and License Plate Recognition in Video Surveillance</dc:title>
  <dc:creator>user</dc:creator>
  <cp:lastModifiedBy>yorgo younes</cp:lastModifiedBy>
  <cp:revision>13</cp:revision>
  <dcterms:created xsi:type="dcterms:W3CDTF">2024-09-01T20:08:29Z</dcterms:created>
  <dcterms:modified xsi:type="dcterms:W3CDTF">2024-12-29T13:47:38Z</dcterms:modified>
</cp:coreProperties>
</file>